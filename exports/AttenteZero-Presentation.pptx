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77640"/>
            <a:ext cx="12191695" cy="28803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83380"/>
            <a:ext cx="12191695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4" name="Image 0" descr="/home/runner/workspace/attached_assets/AttenteZéro_logo_design_17761329267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4248" y="128016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4160520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AttenteZéro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0" y="4983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L'INTELLIGENCE ARTIFICIELLE AU SERVICE DE LA COMMUNAUTÉ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53949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Trouvez instantanément les services d'urgence et communautaires autour de vous.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OFFICIELLE  •  QUÉBEC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 •  iOS &amp; Android  •  Conçue au Québec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4" name="Image 0" descr="/home/runner/workspace/attached_assets/AttenteZéro_logo_design_17761329267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2975" y="164592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02 — POURQUOI ATTENTEZÉRO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502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Québec, trouver le bon service au bon moment reste un défi quotidien.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2011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Urgences débordées, sites web dispersés, lignes téléphoniques saturées : citoyens et organismes communautaires perdent un temps précieux à chercher l'information essentielle.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78892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926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731520" y="3566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moyen d'attente aux urgences au Québec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26280" y="278892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2926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+1 200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4617720" y="3566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organismes communautaires dispersés sur le territoire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412480" y="278892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0" y="2926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73 %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8503920" y="3566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citoyens ignorent les ressources disponibles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frustrations actuelles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4983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34440" y="4892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éparpillée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34440" y="51846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dizaines de sites, PDF et numéros pour trouver une simple ressource.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355080" y="493776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55080" y="4983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949440" y="4892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géolocalisation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949440" y="51846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annuaires actuels n'indiquent pas le service le plus proche en temps réel.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" y="576072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5806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234440" y="5715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en situation d'urgence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234440" y="60076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plateformes ne sont pas pensées pour un usage rapide et stressant.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355080" y="576072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55080" y="5806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949440" y="5715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limitée des organismes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949440" y="60076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ressources peinent à rejoindre les usagers qui en ont le plus besoin.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5760" y="6565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AttenteZéro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448495" y="6565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/ 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4" name="Image 0" descr="/home/runner/workspace/attached_assets/AttenteZéro_logo_design_17761329267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2975" y="164592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03 — UNE RÉPONSE INTELLIGENTE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502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application. Toutes les ressources. Propulsée par l'IA.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2011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AttenteZéro centralise, géolocalise et recommande en quelques secondes les services dont l'utilisateur a besoin : urgence médicale, banque alimentaire, refuge ou service psychosocial.</a:t>
            </a:r>
            <a:endParaRPr lang="en-US" sz="1300" dirty="0"/>
          </a:p>
        </p:txBody>
      </p:sp>
      <p:pic>
        <p:nvPicPr>
          <p:cNvPr id="9" name="Image 1" descr="/home/runner/workspace/attached_assets/image_177644999316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88920"/>
            <a:ext cx="2468880" cy="3383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0" y="2880360"/>
            <a:ext cx="502920" cy="50292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0" y="29260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29768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IA conversationnelle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297680" y="3154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pose une question en langage naturel et reçoit la ressource pertinente.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0" y="3703320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0" y="37490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29768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Géolocalisation en temps réel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29768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automatique par distance et affichage cartographique des services proches.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657600" y="452628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0" y="45720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29768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d'attente estimés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297680" y="4800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mises à jour pour orienter vers le service avec le plus court délai.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657600" y="5349240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657600" y="53949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4297680" y="5303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 &amp; profil personnel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297680" y="5623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utilisateur conserve ses ressources clés et son historique en un seul endroit.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65760" y="6565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AttenteZéro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9448495" y="6565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/ 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4" name="Image 0" descr="/home/runner/workspace/attached_assets/AttenteZéro_logo_design_17761329267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2975" y="164592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04 — BÉNÉFICES CITOYENS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502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utilisateurs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temps gagné. De la sérénité retrouvée.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AttenteZéro transforme une recherche stressante en une expérience claire, rapide et accessible — gratuitement pour tous.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788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85292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417320" y="277063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en moins de 5 sec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310896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besoin de naviguer entre dix sites différents.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63640" y="260604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46520" y="2788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285292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223760" y="277063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pour tous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223760" y="310896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fonctions essentielles sans inscription.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02336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" y="42062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42702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417320" y="418795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 en français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417320" y="452628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naturelle, adaptée au contexte québécois.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63640" y="402336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46520" y="42062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46520" y="42702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223760" y="418795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Itinéraire intégré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223760" y="452628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pour ouvrir la navigation GPS vers le service.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544068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" y="56235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6E2594"/>
          </a:solidFill>
          <a:ln w="12700">
            <a:solidFill>
              <a:srgbClr val="6E259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568756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1417320" y="560527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Confidentialité respectée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417320" y="594360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personnelle vendue ni partagée.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263640" y="544068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46520" y="56235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46520" y="568756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7223760" y="560527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à portée de main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7223760" y="594360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hors-ligne pour les services consultés.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65760" y="6565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AttenteZéro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9448495" y="6565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/ 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4" name="Image 0" descr="/home/runner/workspace/attached_assets/AttenteZéro_logo_design_17761329267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2975" y="164592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05 — BÉNÉFICES PARTENAIRES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502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organismes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vitrine moderne. Une portée décuplée.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AttenteZéro offre aux organismes communautaires, cliniques, refuges et services publics un canal direct vers les citoyens — au moment précis où ils en ont besoin.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clés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51560" y="320040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ciblée et géolocalisée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51560" y="34930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Apparaissez auprès des usagers situés à quelques minutes de votre porte.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51560" y="388620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en temps réel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51560" y="41788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Suivez vues, clics, itinéraires demandés et heures de pointe.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617720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51560" y="457200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directe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51560" y="4864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Mettez à jour horaires, services et messages d'urgence en quelques clics.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530352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5349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051560" y="525780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simplifiée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51560" y="55504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des courriels professionnels pour valider votre organisme.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5989320"/>
            <a:ext cx="457200" cy="457200"/>
          </a:xfrm>
          <a:prstGeom prst="ellipse">
            <a:avLst/>
          </a:prstGeom>
          <a:solidFill>
            <a:srgbClr val="6E2594"/>
          </a:solidFill>
          <a:ln w="12700">
            <a:solidFill>
              <a:srgbClr val="6E259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6035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051560" y="594360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 à la recherche IA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51560" y="62362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services sont recommandés intelligemment selon le contexte.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503920" y="2743200"/>
            <a:ext cx="3200400" cy="3657600"/>
          </a:xfrm>
          <a:prstGeom prst="roundRect">
            <a:avLst>
              <a:gd name="adj" fmla="val 342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0392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ATTENDU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503920" y="3337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5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8595360" y="3840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portée moyenne attendue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la 1re année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503920" y="4251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−60 %</a:t>
            </a:r>
            <a:endParaRPr lang="en-US" sz="3000" dirty="0"/>
          </a:p>
        </p:txBody>
      </p:sp>
      <p:sp>
        <p:nvSpPr>
          <p:cNvPr id="35" name="Text 32"/>
          <p:cNvSpPr/>
          <p:nvPr/>
        </p:nvSpPr>
        <p:spPr>
          <a:xfrm>
            <a:off x="8595360" y="47548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d'orientation superflus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vos équipes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503920" y="5166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000" dirty="0"/>
          </a:p>
        </p:txBody>
      </p:sp>
      <p:sp>
        <p:nvSpPr>
          <p:cNvPr id="37" name="Text 34"/>
          <p:cNvSpPr/>
          <p:nvPr/>
        </p:nvSpPr>
        <p:spPr>
          <a:xfrm>
            <a:off x="8595360" y="5669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de votre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organisme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503920" y="5943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0 $</a:t>
            </a:r>
            <a:endParaRPr lang="en-US" sz="3000" dirty="0"/>
          </a:p>
        </p:txBody>
      </p:sp>
      <p:sp>
        <p:nvSpPr>
          <p:cNvPr id="39" name="Text 36"/>
          <p:cNvSpPr/>
          <p:nvPr/>
        </p:nvSpPr>
        <p:spPr>
          <a:xfrm>
            <a:off x="859536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barrière à l'entrée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usagers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65760" y="6565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AttenteZéro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9448495" y="6565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/ 7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4" name="Image 0" descr="/home/runner/workspace/attached_assets/AttenteZéro_logo_design_17761329267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2975" y="164592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06 — COMMENT ÇA FONCTIONNE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502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&amp; écosystème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accessible, durable et équitable.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2121408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468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Citoyen — Gratuit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28803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0 $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640080" y="3520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toujours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39319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Recherche illimitée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42793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Géolocalisation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462686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Services &amp; urgences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497433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Aucune inscription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43400" y="2057400"/>
            <a:ext cx="3511296" cy="3520440"/>
          </a:xfrm>
          <a:prstGeom prst="roundRect">
            <a:avLst>
              <a:gd name="adj" fmla="val 3906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07408" y="2121408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47488" y="1947672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47488" y="19933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POPULAIRE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407408" y="2468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407408" y="28803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10 $</a:t>
            </a:r>
            <a:endParaRPr lang="en-US" sz="3800" dirty="0"/>
          </a:p>
        </p:txBody>
      </p:sp>
      <p:sp>
        <p:nvSpPr>
          <p:cNvPr id="22" name="Text 19"/>
          <p:cNvSpPr/>
          <p:nvPr/>
        </p:nvSpPr>
        <p:spPr>
          <a:xfrm>
            <a:off x="4407408" y="3520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unique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636008" y="39319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Assistant IA conversationnel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636008" y="42793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Favoris illimités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636008" y="462686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Historique personnel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636008" y="497433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Sans abonnement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174736" y="2121408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74736" y="2468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174736" y="28803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39 $</a:t>
            </a:r>
            <a:endParaRPr lang="en-US" sz="3800" dirty="0"/>
          </a:p>
        </p:txBody>
      </p:sp>
      <p:sp>
        <p:nvSpPr>
          <p:cNvPr id="30" name="Text 27"/>
          <p:cNvSpPr/>
          <p:nvPr/>
        </p:nvSpPr>
        <p:spPr>
          <a:xfrm>
            <a:off x="8174736" y="3520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 — 14 j gratuits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403336" y="39319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Fiche organisme complète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403336" y="42793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Tableau de bord analytique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403336" y="462686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Mises à jour temps réel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403336" y="497433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 prioritaire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5715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371600" y="6355080"/>
            <a:ext cx="9418320" cy="0"/>
          </a:xfrm>
          <a:prstGeom prst="line">
            <a:avLst/>
          </a:prstGeom>
          <a:noFill/>
          <a:ln w="25400">
            <a:solidFill>
              <a:srgbClr val="E0E5E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600200" y="6126480"/>
            <a:ext cx="457200" cy="45720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600200" y="616305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85800" y="66019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Québec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709160" y="6126480"/>
            <a:ext cx="457200" cy="45720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09160" y="616305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3794760" y="66019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régionale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818120" y="6126480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818120" y="616305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6903720" y="66019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Québec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0744200" y="6126480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744200" y="616305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9829800" y="66019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francophone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65760" y="6565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AttenteZéro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9448495" y="6565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/ 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attached_assets/AttenteZéro_logo_design_17761329267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0008" y="54864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7889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REJOIGNEZ LE MOUVEMENT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Devenez partenaire d'AttenteZéro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371600" y="39776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Ensemble, rendons les services essentiels du Québec accessibles à tous, partout, instantanément.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4754880"/>
            <a:ext cx="5029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4754880"/>
            <a:ext cx="50292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organisme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5349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attentezero5@gmail.com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5623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gratuite sur rendez-vous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5897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jours d'essai sans engagement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19672" y="4754880"/>
            <a:ext cx="5029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19672" y="4754880"/>
            <a:ext cx="5029200" cy="109728"/>
          </a:xfrm>
          <a:prstGeom prst="rect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93992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citoyen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793992" y="5349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Téléchargez l'application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793992" y="5623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Activez l'IA pour 10 $ une seule fois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93992" y="5897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Sauvegardez vos services favoris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0" y="63093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AttenteZéro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0" y="6565392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attentezero5@gmail.com  •  Conçu et hébergé au Québec  •  ©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AttenteZéro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AttenteZéro — Présentation</dc:title>
  <dc:subject>PptxGenJS Presentation</dc:subject>
  <dc:creator>PptxGenJS</dc:creator>
  <cp:lastModifiedBy>PptxGenJS</cp:lastModifiedBy>
  <cp:revision>1</cp:revision>
  <dcterms:created xsi:type="dcterms:W3CDTF">2026-04-18T05:29:30Z</dcterms:created>
  <dcterms:modified xsi:type="dcterms:W3CDTF">2026-04-18T05:29:30Z</dcterms:modified>
</cp:coreProperties>
</file>