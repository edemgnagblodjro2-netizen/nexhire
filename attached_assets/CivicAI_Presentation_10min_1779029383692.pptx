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52" y="9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81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D1855">
              <a:alpha val="50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1828800"/>
            <a:ext cx="5486400" cy="5486400"/>
          </a:xfrm>
          <a:prstGeom prst="ellipse">
            <a:avLst/>
          </a:prstGeom>
          <a:solidFill>
            <a:srgbClr val="0D1855">
              <a:alpha val="40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60" y="457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5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423160" y="1353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2176272"/>
            <a:ext cx="4572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2331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Présentation de nos solutions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02920" y="30175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Transformation numérique · ERP · Développement web · Automatisation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3456432"/>
            <a:ext cx="56692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3474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 AttenteZéro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803904"/>
            <a:ext cx="566928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38221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 ERP &amp; Gestion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4151376"/>
            <a:ext cx="566928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4169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 Développement Web &amp; Mobile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56692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45171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 Automatisation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/ 12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la présentation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minutes pour transformer votre entreprise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34440"/>
            <a:ext cx="8778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34440"/>
            <a:ext cx="54864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92608" y="131673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2608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8368" y="12710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 sommes-nous?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" y="147218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 — Mission, vision et fondateur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772400" y="1316736"/>
            <a:ext cx="100584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0" y="13350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min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82880" y="1746504"/>
            <a:ext cx="8778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82880" y="1746504"/>
            <a:ext cx="54864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92608" y="182880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92608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8368" y="17830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AttenteZéro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" y="198424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 intelligente de gestion des files d'attente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772400" y="1828800"/>
            <a:ext cx="1005840" cy="274320"/>
          </a:xfrm>
          <a:prstGeom prst="rect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72400" y="18470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min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82880" y="2258568"/>
            <a:ext cx="8778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82880" y="2258568"/>
            <a:ext cx="54864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92608" y="2340864"/>
            <a:ext cx="274320" cy="2743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9260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8368" y="22951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&amp; Solutions de gestion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8368" y="249631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Applications sur mesure pour vos opérations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772400" y="2340864"/>
            <a:ext cx="1005840" cy="274320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772400" y="23591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min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82880" y="2770632"/>
            <a:ext cx="8778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82880" y="2770632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92608" y="285292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9260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58368" y="28072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 Web &amp; Mobile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58368" y="300837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Applications, plateformes et systèmes sur mesure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772400" y="2852928"/>
            <a:ext cx="100584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772400" y="2871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min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82880" y="3282696"/>
            <a:ext cx="8778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82880" y="3282696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292608" y="336499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92608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58368" y="3319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Automatisation &amp; Digitalisation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58368" y="35204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Modernisation de vos processus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7772400" y="3364992"/>
            <a:ext cx="1005840" cy="2743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772400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min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182880" y="3794760"/>
            <a:ext cx="8778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82880" y="3794760"/>
            <a:ext cx="54864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292608" y="3877056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292608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58368" y="3831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CivicAI?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58368" y="403250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Nos engagements et nos avantages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7772400" y="3877056"/>
            <a:ext cx="1005840" cy="274320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7772400" y="3895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min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182880" y="4306824"/>
            <a:ext cx="8778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182880" y="4306824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292608" y="43891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292608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58368" y="43434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658368" y="454456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 démarrer ensemble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772400" y="4389120"/>
            <a:ext cx="100584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7772400" y="4407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min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12</a:t>
            </a:r>
            <a:endParaRPr lang="en-US" sz="800" dirty="0"/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3C52BA2B-D9F8-ECB4-5937-9D495D9B7B79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371600"/>
            <a:ext cx="6400800" cy="6400800"/>
          </a:xfrm>
          <a:prstGeom prst="ellipse">
            <a:avLst/>
          </a:prstGeom>
          <a:solidFill>
            <a:srgbClr val="0D1855">
              <a:alpha val="45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 sommes-nous?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 — Notre mission et notre vision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1115568"/>
            <a:ext cx="64008" cy="3730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74320" y="2331720"/>
            <a:ext cx="43891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83464" y="2031073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mission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74320" y="27432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 est une entreprise spécialisée dans la transformation numérique et le développement de solutions intelligentes pour les entreprises. Nous accompagnons les organisations dans la modernisation de leurs opérations grâce à des outils technologiques innovants.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74320" y="38404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Edem Gnagblodjro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74320" y="41330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Fondateur &amp; CEO  ·  NEQ: 2280791601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937760" y="1261872"/>
            <a:ext cx="3977640" cy="1078992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937760" y="1261872"/>
            <a:ext cx="3977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983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68112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468112" y="168249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Rendre la technologie accessible à toutes les entreprises, peu importe leur taille.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937760" y="2450592"/>
            <a:ext cx="3977640" cy="1078992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937760" y="2450592"/>
            <a:ext cx="3977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9834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5468112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Approche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68112" y="287121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Solutions sur mesure développées selon vos besoins réels — pas des gabarits génériques.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937760" y="3639312"/>
            <a:ext cx="3977640" cy="1078992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937760" y="3639312"/>
            <a:ext cx="3977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9834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🇨🇦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2" name="Text 28"/>
          <p:cNvSpPr/>
          <p:nvPr/>
        </p:nvSpPr>
        <p:spPr>
          <a:xfrm>
            <a:off x="5468112" y="3749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Ancrage canadien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468112" y="405993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Basé au Canada, service en français et en anglais, données hébergées localement.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12</a:t>
            </a:r>
            <a:endParaRPr lang="en-US" sz="8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1FCCEF50-1693-C1A2-0B58-9043CB0F9D08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AttenteZéro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 intelligente de gestion des files d'attente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34440"/>
            <a:ext cx="877824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" y="1261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AttenteZéro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754880" y="131673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CFB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⏱  Zéro attente. Maximum de satisfaction.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82880" y="21031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 intelligente de gestion des files d'attente et des rendez-vous — conçue pour éliminer les frustrations et améliorer l'expérience de vos clients.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2880" y="2724912"/>
            <a:ext cx="212140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82880" y="2724912"/>
            <a:ext cx="2121408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28346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74320" y="336499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des files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4320" y="371246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Organisez et gérez vos files d'attente en temps réel depuis n'importe quel appareil.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395728" y="2724912"/>
            <a:ext cx="212140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395728" y="2724912"/>
            <a:ext cx="2121408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395728" y="28346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2487168" y="336499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Prise de rendez-vous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487168" y="371246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Permettez à vos clients de réserver en ligne 24h/7j, sans appel téléphonique.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08576" y="2724912"/>
            <a:ext cx="212140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08576" y="2724912"/>
            <a:ext cx="2121408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08576" y="28346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700016" y="336499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de bord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00016" y="371246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Visualisez les temps d'attente, le flux de clients et la performance de votre équipe.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821424" y="2724912"/>
            <a:ext cx="212140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821424" y="2724912"/>
            <a:ext cx="2121408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821424" y="28346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912864" y="336499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Notifications SMS/Email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912864" y="371246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Informez vos clients automatiquement de leur tour — ils n'ont plus besoin d'attendre sur place.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12</a:t>
            </a:r>
            <a:endParaRPr lang="en-US" sz="8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ED9B1F5B-C908-C087-C15E-DFCA017EF6F4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D1855">
              <a:alpha val="40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&amp; Solutions de gestion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Applications sur mesure pour vos opérations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1115568"/>
            <a:ext cx="64008" cy="3730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26187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seule plateforme pour gérer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tout votre entreprise.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74320" y="22128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développons des applications ERP sur mesure adaptées à votre secteur d'activité — pas un logiciel générique qu'on essaie de faire rentrer dans votre réalité.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3017520"/>
            <a:ext cx="4389120" cy="29260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0040" y="30358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6656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des clients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359152" y="3035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CRM complet, historique, suivi des interactions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74320" y="3355848"/>
            <a:ext cx="4389120" cy="29260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0040" y="33741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" y="3374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Facturation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359152" y="3374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Devis, factures, paiements, rappels automatiques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3694176"/>
            <a:ext cx="4389120" cy="29260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0040" y="371246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6656" y="3712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Inventaire &amp; stocks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359152" y="3712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Suivi en temps réel, alertes de réapprovisionnement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4032504"/>
            <a:ext cx="4389120" cy="29260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0040" y="40507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6656" y="4050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Ressources humaines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359152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Employés, pointage, paie, formations, recrutement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74320" y="4370832"/>
            <a:ext cx="4389120" cy="29260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20040" y="43891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76656" y="4389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Suivi des opérations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359152" y="4389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Tableaux de bord, rapports, KPIs personnalisés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937760" y="1261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Secteurs couverts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37760" y="1600200"/>
            <a:ext cx="3977640" cy="420624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74920" y="16642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🏗  Construction &amp; immobilier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937760" y="2112264"/>
            <a:ext cx="3977640" cy="420624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074920" y="21762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🏥  Santé &amp; cliniques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937760" y="2624328"/>
            <a:ext cx="3977640" cy="420624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074920" y="26883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🛒  Commerce &amp; distribution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937760" y="3136392"/>
            <a:ext cx="3977640" cy="420624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074920" y="3200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🏢  Services professionnels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937760" y="3648456"/>
            <a:ext cx="3977640" cy="420624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074920" y="37124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🏫  Organismes &amp; associations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937760" y="4160520"/>
            <a:ext cx="3977640" cy="420624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074920" y="4224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🚛  Transport &amp; logistique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12</a:t>
            </a:r>
            <a:endParaRPr lang="en-US" sz="8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5980F6FE-12D4-8C28-3726-49950148CF42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 Web &amp; Mobile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Applications, plateformes et systèmes sur mesure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64592" y="123444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64592" y="123444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64592" y="1234440"/>
            <a:ext cx="2834640" cy="82296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64592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58952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 mobiles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4320" y="21031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iOS &amp; Android sur mesure — disponibles sur App Store et Google Play. Expérience utilisateur optimale sur tous les écrans.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2816352"/>
            <a:ext cx="261518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92608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28986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moderne &amp; intuitive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320040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1480" y="31729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Notifications push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74320" y="347472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11480" y="34472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 hors-ligne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374904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11480" y="3721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Géolocalisation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64592" y="4407408"/>
            <a:ext cx="2834640" cy="484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64592" y="44439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devis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154680" y="123444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154680" y="1234440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154680" y="1234440"/>
            <a:ext cx="2834640" cy="822960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154680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374904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Plateformes web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264408" y="21031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Sites vitrines, e-commerce ou portails web professionnels qui convertissent vos visiteurs en clients.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264408" y="2816352"/>
            <a:ext cx="261518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264408" y="292608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401568" y="28986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Site vitrine à partir de 800$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64408" y="320040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401568" y="31729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E-commerce à partir de 1 500$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64408" y="347472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401568" y="34472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SEO optimisé dès le lancement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64408" y="374904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401568" y="3721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Responsive mobile inclus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154680" y="4407408"/>
            <a:ext cx="2834640" cy="484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154680" y="44439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Dès 800$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144768" y="123444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144768" y="1234440"/>
            <a:ext cx="28346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144768" y="1234440"/>
            <a:ext cx="2834640" cy="822960"/>
          </a:xfrm>
          <a:prstGeom prst="rect">
            <a:avLst/>
          </a:prstGeom>
          <a:solidFill>
            <a:srgbClr val="0F766E">
              <a:alpha val="10000"/>
            </a:srgbClr>
          </a:solidFill>
          <a:ln w="12700">
            <a:solidFill>
              <a:srgbClr val="0F76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144768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400" dirty="0"/>
          </a:p>
        </p:txBody>
      </p:sp>
      <p:sp>
        <p:nvSpPr>
          <p:cNvPr id="47" name="Text 44"/>
          <p:cNvSpPr/>
          <p:nvPr/>
        </p:nvSpPr>
        <p:spPr>
          <a:xfrm>
            <a:off x="6739128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Systèmes de gestion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254496" y="21031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Portails métiers, tableaux de bord et outils internes développés selon vos processus spécifiques.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254496" y="2816352"/>
            <a:ext cx="2615184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254496" y="292608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391656" y="28986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Authentification sécurisée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6254496" y="320040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391656" y="31729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rôles &amp; accès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6254496" y="347472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391656" y="34472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Intégrations API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6254496" y="374904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391656" y="3721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 de bord sur mesure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6144768" y="4407408"/>
            <a:ext cx="2834640" cy="4846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144768" y="44439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devis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12</a:t>
            </a:r>
            <a:endParaRPr lang="en-US" sz="80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E11AEA7B-71FA-4FF7-296E-9F01210971B7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80E28">
              <a:alpha val="50000"/>
            </a:srgbClr>
          </a:solidFill>
          <a:ln w="12700">
            <a:solidFill>
              <a:srgbClr val="080E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Automatisation &amp; Digitalisation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Modernisation de vos processus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1115568"/>
            <a:ext cx="64008" cy="37307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2618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Travaillez plus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intelligenment,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 plus fort.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4320" y="23591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modernisons vos processus manuels pour améliorer la productivité, l'organisation et l'expérience client — sans perturber votre fonctionnement actuel.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3090672"/>
            <a:ext cx="1965960" cy="25603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" y="31089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3401568"/>
            <a:ext cx="1965960" cy="237744"/>
          </a:xfrm>
          <a:prstGeom prst="rect">
            <a:avLst/>
          </a:prstGeom>
          <a:solidFill>
            <a:srgbClr val="450A0A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0040" y="34198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  Papier &amp; Excel éparpillés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74320" y="3675888"/>
            <a:ext cx="1965960" cy="237744"/>
          </a:xfrm>
          <a:prstGeom prst="rect">
            <a:avLst/>
          </a:prstGeom>
          <a:solidFill>
            <a:srgbClr val="450A0A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0040" y="36941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  Tâches répétitives manuelles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3950208"/>
            <a:ext cx="1965960" cy="237744"/>
          </a:xfrm>
          <a:prstGeom prst="rect">
            <a:avLst/>
          </a:prstGeom>
          <a:solidFill>
            <a:srgbClr val="450A0A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0040" y="39684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  Erreurs de saisie fréquentes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4224528"/>
            <a:ext cx="1965960" cy="237744"/>
          </a:xfrm>
          <a:prstGeom prst="rect">
            <a:avLst/>
          </a:prstGeom>
          <a:solidFill>
            <a:srgbClr val="450A0A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004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  Aucune visibilité en temps réel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4498848"/>
            <a:ext cx="1965960" cy="237744"/>
          </a:xfrm>
          <a:prstGeom prst="rect">
            <a:avLst/>
          </a:prstGeom>
          <a:solidFill>
            <a:srgbClr val="450A0A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0040" y="451713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  Clients frustrés par les délais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377440" y="3090672"/>
            <a:ext cx="196596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377440" y="31089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APRÈS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377440" y="3401568"/>
            <a:ext cx="1965960" cy="237744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423160" y="34198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Tout centralisé &amp; numérique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377440" y="3675888"/>
            <a:ext cx="1965960" cy="237744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423160" y="36941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Automatisation intelligente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377440" y="3950208"/>
            <a:ext cx="1965960" cy="237744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423160" y="396849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Données fiables &amp; précises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377440" y="4224528"/>
            <a:ext cx="1965960" cy="237744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42316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Tableau de bord temps réel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2377440" y="4498848"/>
            <a:ext cx="1965960" cy="237744"/>
          </a:xfrm>
          <a:prstGeom prst="rect">
            <a:avLst/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423160" y="451713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Clients satisfaits &amp; fidèles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937760" y="1261872"/>
            <a:ext cx="3977640" cy="777240"/>
          </a:xfrm>
          <a:prstGeom prst="rect">
            <a:avLst/>
          </a:prstGeom>
          <a:solidFill>
            <a:srgbClr val="0F1D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983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553212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Productivité +40%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532120" y="1627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Élimination des tâches répétitives manuelles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937760" y="2176272"/>
            <a:ext cx="3977640" cy="777240"/>
          </a:xfrm>
          <a:prstGeom prst="rect">
            <a:avLst/>
          </a:prstGeom>
          <a:solidFill>
            <a:srgbClr val="0F1D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834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5532120" y="22677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Zéro erreur de saisie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532120" y="25420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Automatisation et validation des données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937760" y="3090672"/>
            <a:ext cx="3977640" cy="777240"/>
          </a:xfrm>
          <a:prstGeom prst="rect">
            <a:avLst/>
          </a:prstGeom>
          <a:solidFill>
            <a:srgbClr val="0F1D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9834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5532120" y="31821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Accès partout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532120" y="3456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Mobile, tablette ou ordinateur — 24h/7j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937760" y="4005072"/>
            <a:ext cx="3977640" cy="777240"/>
          </a:xfrm>
          <a:prstGeom prst="rect">
            <a:avLst/>
          </a:prstGeom>
          <a:solidFill>
            <a:srgbClr val="0F1D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983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000" dirty="0"/>
          </a:p>
        </p:txBody>
      </p:sp>
      <p:sp>
        <p:nvSpPr>
          <p:cNvPr id="51" name="Text 48"/>
          <p:cNvSpPr/>
          <p:nvPr/>
        </p:nvSpPr>
        <p:spPr>
          <a:xfrm>
            <a:off x="5532120" y="40965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Décisions éclairées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532120" y="4370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Données en temps réel pour agir vite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12</a:t>
            </a:r>
            <a:endParaRPr lang="en-US" sz="800" dirty="0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3D36C3BD-6BB9-B25A-3804-FEC39AE36727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objectif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 que nous faisons pour votre entreprise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34440"/>
            <a:ext cx="877824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" y="128016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Aider les entreprises à réduire leurs pertes de temps et accélérer leur transformation numérique.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82880" y="1874520"/>
            <a:ext cx="212140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2880" y="1874520"/>
            <a:ext cx="2121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2880" y="196596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74320" y="254203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Réduire les pertes de temps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4320" y="294436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Éliminez les tâches manuelles et répétitives. Vos équipes se concentrent sur ce qui crée vraiment de la valeur.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82880" y="3822192"/>
            <a:ext cx="2121408" cy="50292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82880" y="3822192"/>
            <a:ext cx="2121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6032" y="389534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 économisées/semaine en moyenne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395728" y="1874520"/>
            <a:ext cx="212140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395728" y="1874520"/>
            <a:ext cx="2121408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395728" y="196596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2487168" y="254203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Améliorer l'organisation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487168" y="294436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Centralisez toutes vos informations dans un seul outil. Plus de fichiers éparpillés ni d'informations perdues.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395728" y="3822192"/>
            <a:ext cx="2121408" cy="502920"/>
          </a:xfrm>
          <a:prstGeom prst="rect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395728" y="3822192"/>
            <a:ext cx="2121408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468880" y="389534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des données centralisées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608576" y="1874520"/>
            <a:ext cx="212140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08576" y="1874520"/>
            <a:ext cx="212140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08576" y="196596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😊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4700016" y="254203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Meilleur service client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00016" y="294436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Répondez plus vite, suivez mieux vos clients et offrez une expérience fluide qui fidélise.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608576" y="3822192"/>
            <a:ext cx="2121408" cy="50292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608576" y="3822192"/>
            <a:ext cx="212140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681728" y="389534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+40% de satisfaction client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821424" y="1874520"/>
            <a:ext cx="212140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821424" y="1874520"/>
            <a:ext cx="212140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821424" y="196596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6912864" y="254203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 numérique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912864" y="294436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Passez au numérique à votre rythme, avec un accompagnement professionnel à chaque étape.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821424" y="3822192"/>
            <a:ext cx="2121408" cy="50292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821424" y="3822192"/>
            <a:ext cx="212140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894576" y="389534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Déploiement en moins de 30 jours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12</a:t>
            </a:r>
            <a:endParaRPr lang="en-US" sz="80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D2D585CC-DA75-E1C0-3BD1-0BF7E1149051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1828800"/>
            <a:ext cx="8229600" cy="8229600"/>
          </a:xfrm>
          <a:prstGeom prst="ellipse">
            <a:avLst/>
          </a:prstGeom>
          <a:solidFill>
            <a:srgbClr val="0D1855">
              <a:alpha val="40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choisir CivicAI?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Nos engagements envers vous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1115568"/>
            <a:ext cx="64008" cy="3730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1261872"/>
            <a:ext cx="8595360" cy="594360"/>
          </a:xfrm>
          <a:prstGeom prst="rect">
            <a:avLst/>
          </a:prstGeom>
          <a:solidFill>
            <a:srgbClr val="0F1D5C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1261872"/>
            <a:ext cx="54864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4048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 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96112" y="1316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Solutions modernes et personnalisées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96112" y="15727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solution est développée selon VOS processus — jamais un gabarit générique imposé.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1938528"/>
            <a:ext cx="8595360" cy="59436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1938528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8404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 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6112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Accompagnement professionnel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96112" y="22494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l'analyse à la mise en production, notre équipe vous guide à chaque étape. Vous n'êtes jamais seul.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2615184"/>
            <a:ext cx="8595360" cy="594360"/>
          </a:xfrm>
          <a:prstGeom prst="rect">
            <a:avLst/>
          </a:prstGeom>
          <a:solidFill>
            <a:srgbClr val="0F1D5C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2615184"/>
            <a:ext cx="54864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404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 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96112" y="2670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Déploiement rapide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96112" y="29260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livrons des résultats concrets rapidement. Votre solution est opérationnelle en moins de 30 jours dans la plupart des cas.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3291840"/>
            <a:ext cx="8595360" cy="594360"/>
          </a:xfrm>
          <a:prstGeom prst="rect">
            <a:avLst/>
          </a:prstGeom>
          <a:solidFill>
            <a:srgbClr val="0F1D5C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74320" y="329184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84048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 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96112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Technologies évolutives et sécurisées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96112" y="36027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Données hébergées au Canada, chiffrement AES-256, mises à jour régulières. Votre sécurité est notre priorité.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" y="3968496"/>
            <a:ext cx="8595360" cy="594360"/>
          </a:xfrm>
          <a:prstGeom prst="rect">
            <a:avLst/>
          </a:prstGeom>
          <a:solidFill>
            <a:srgbClr val="0F1D5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274320" y="3968496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8404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 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96112" y="4023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technique continu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96112" y="4279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Notre équipe reste disponible après le lancement. Mises à jour, corrections et évolutions incluses selon votre plan.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12</a:t>
            </a:r>
            <a:endParaRPr lang="en-US" sz="80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A3617D8B-72E3-C223-37BF-666524E253F2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démarrer?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Notre processus et nos tarifs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34440"/>
            <a:ext cx="21214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34440"/>
            <a:ext cx="2121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23544" y="13716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23544" y="13898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6032" y="2066544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gratuite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6032" y="2523744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min pour comprendre vos besoins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82880" y="2999232"/>
            <a:ext cx="2121408" cy="292608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82880" y="30175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304288" y="2057400"/>
            <a:ext cx="914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395728" y="1234440"/>
            <a:ext cx="21214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395728" y="1234440"/>
            <a:ext cx="2121408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136392" y="13716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136392" y="13898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468880" y="2066544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mesure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468880" y="2523744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 &amp; prix clairs en 3-5 jours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395728" y="2999232"/>
            <a:ext cx="2121408" cy="292608"/>
          </a:xfrm>
          <a:prstGeom prst="rect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395728" y="30175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3-5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17136" y="2057400"/>
            <a:ext cx="914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08576" y="1234440"/>
            <a:ext cx="21214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08576" y="1234440"/>
            <a:ext cx="212140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349240" y="137160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349240" y="13898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681728" y="2066544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tests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81728" y="2523744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Avec vous à chaque étape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08576" y="2999232"/>
            <a:ext cx="2121408" cy="29260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608576" y="30175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2-8 sem.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729984" y="2057400"/>
            <a:ext cx="914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821424" y="1234440"/>
            <a:ext cx="21214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821424" y="1234440"/>
            <a:ext cx="212140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562088" y="137160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562088" y="13898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6894576" y="2066544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Lancement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formation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894576" y="2523744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 + formation équipe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821424" y="2999232"/>
            <a:ext cx="2121408" cy="292608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821424" y="30175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30 jours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82880" y="3383280"/>
            <a:ext cx="8778240" cy="29260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20040" y="341071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Aperçu tarifaire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82880" y="3730752"/>
            <a:ext cx="17007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82880" y="3730752"/>
            <a:ext cx="1700784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37744" y="38221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vitrine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237744" y="411480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Dès 800$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1956816" y="3730752"/>
            <a:ext cx="17007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956816" y="3730752"/>
            <a:ext cx="1700784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2011680" y="38221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Starter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2011680" y="411480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99$/mois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3730752" y="3730752"/>
            <a:ext cx="17007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3730752" y="3730752"/>
            <a:ext cx="170078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785616" y="38221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Pro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3785616" y="411480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249$/mois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5504688" y="3730752"/>
            <a:ext cx="17007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5504688" y="3730752"/>
            <a:ext cx="1700784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5559552" y="38221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AttenteZéro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559552" y="411480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devis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7278624" y="3730752"/>
            <a:ext cx="17007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7278624" y="3730752"/>
            <a:ext cx="170078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7333488" y="38221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Automatisation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7333488" y="411480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devis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182880" y="459028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Consultation initiale gratuite · Tous les prix en CAD, taxes en sus · Devis personnalisé sur demande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800" dirty="0"/>
          </a:p>
        </p:txBody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E82E2FA7-0EE4-8081-C2C2-67C176EBC5A8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 concrets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 que nos clients obtiennent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61872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61872"/>
            <a:ext cx="4297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82880" y="1261872"/>
            <a:ext cx="4297680" cy="347472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1335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🏗  Entreprise de construction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4320" y="1664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  Gestion de 5 chantiers simultanés avec Excel et papier — heures perdues chaque semaine.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4320" y="2029968"/>
            <a:ext cx="41148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21122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Tableau de bord unique · Rapports terrain mobile · Feuilles de temps CCQ automatisées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547872" y="2112264"/>
            <a:ext cx="84124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547872" y="2157984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8h/semaine économisées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63440" y="1261872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63440" y="1261872"/>
            <a:ext cx="42976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63440" y="1261872"/>
            <a:ext cx="4297680" cy="347472"/>
          </a:xfrm>
          <a:prstGeom prst="rect">
            <a:avLst/>
          </a:prstGeom>
          <a:solidFill>
            <a:srgbClr val="0F766E">
              <a:alpha val="10000"/>
            </a:srgbClr>
          </a:solidFill>
          <a:ln w="12700">
            <a:solidFill>
              <a:srgbClr val="0F76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0" y="1335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🏢  Promoteur immobilier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54880" y="1664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  Coordination impossible entre bureau, terrain, sous-traitants et permis.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54880" y="2029968"/>
            <a:ext cx="411480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0" y="21122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Plateforme centralisée · Conformité RBQ automatique · Portail client inclus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028432" y="2112264"/>
            <a:ext cx="84124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028432" y="2157984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Zéro oubli de permis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82880" y="3182112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82880" y="3182112"/>
            <a:ext cx="4297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82880" y="3182112"/>
            <a:ext cx="4297680" cy="347472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4320" y="32552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🛒  PME commerciale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74320" y="3584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  Aucune visibilité sur les ventes et les clients. Suivi 100% manuel.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3950208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74320" y="40325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CRM sur mesure · Tableau de bord des ventes · Relances automatiques clients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547872" y="4032504"/>
            <a:ext cx="84124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547872" y="4078224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+60% de suivi client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663440" y="3182112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663440" y="3182112"/>
            <a:ext cx="4297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663440" y="3182112"/>
            <a:ext cx="4297680" cy="347472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754880" y="32552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🌐  Organisme communautaire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754880" y="3584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  Site web désuet, processus manuels et perte de membres faute de communication.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754880" y="3950208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754880" y="40325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Site web moderne · Automatisation des communications · Gestion des membres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8028432" y="4032504"/>
            <a:ext cx="84124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028432" y="4078224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+40% d'engagement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12</a:t>
            </a:r>
            <a:endParaRPr lang="en-US" sz="8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89FC0B0A-D16D-4CD6-0821-3289A159C20C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828800"/>
            <a:ext cx="9144000" cy="9144000"/>
          </a:xfrm>
          <a:prstGeom prst="ellipse">
            <a:avLst/>
          </a:prstGeom>
          <a:solidFill>
            <a:srgbClr val="0D1855">
              <a:alpha val="45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18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7899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206240" y="731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Passons à l'action!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06240" y="694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Contactez-nous — Consultation gratuite de 30 minutes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74320" y="2423160"/>
            <a:ext cx="40233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17863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Edem Gnagblodjro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74320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Fondateur &amp; CEO  ·  NEQ: 2280791601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3310128"/>
            <a:ext cx="4023360" cy="292608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11480" y="33375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📞 905 809-7798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74320" y="3657600"/>
            <a:ext cx="4023360" cy="292608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11480" y="3685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✉️ civicai.attentezero@outlook.com/contact@attentezero.ca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74320" y="4005072"/>
            <a:ext cx="4023360" cy="292608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11480" y="40325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🌐 civicai.attentezero.ca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74320" y="4352544"/>
            <a:ext cx="4023360" cy="292608"/>
          </a:xfrm>
          <a:prstGeom prst="rect">
            <a:avLst/>
          </a:prstGeom>
          <a:solidFill>
            <a:srgbClr val="0F1D5C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11480" y="43799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📍 Basé au Canada · Service partout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754880" y="1261872"/>
            <a:ext cx="4160520" cy="338328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754880" y="1261872"/>
            <a:ext cx="41605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892040" y="13898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892040" y="182880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89204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285232" y="1847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Appelez ou écrivez-nous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285232" y="20482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Planifiez votre consultation gratuite de 30 minutes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892040" y="2423160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285232" y="24414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de vos besoins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285232" y="2642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comprennons vos défis et objectifs ensemble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4892040" y="301752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89204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285232" y="30358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 sur mesure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285232" y="32369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 &amp; prix clairs sous 3 à 5 jours ouvrables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892040" y="3611880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89204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5285232" y="3630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Démarrage du projet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5285232" y="38313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Selon votre calendrier et vos priorités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4754880" y="4224528"/>
            <a:ext cx="4160520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754880" y="427024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Consultation gratuite · Sans engagement · Réponse en 24h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8321040" y="4873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12</a:t>
            </a:r>
            <a:endParaRPr lang="en-US" sz="8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141916D2-855E-0609-EA10-C039754F37CF}"/>
              </a:ext>
            </a:extLst>
          </p:cNvPr>
          <p:cNvSpPr/>
          <p:nvPr/>
        </p:nvSpPr>
        <p:spPr>
          <a:xfrm>
            <a:off x="6580013" y="4871943"/>
            <a:ext cx="2293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Edem Gnagblodjro  ·  Fondateur &amp; CEO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1730</Words>
  <Application>Microsoft Office PowerPoint</Application>
  <PresentationFormat>On-screen Show (16:9)</PresentationFormat>
  <Paragraphs>333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Montserrat</vt:lpstr>
      <vt:lpstr>Open Sans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CivicAI — Présentation 10 minutes</dc:title>
  <dc:subject>PptxGenJS Presentation</dc:subject>
  <dc:creator>PptxGenJS</dc:creator>
  <cp:lastModifiedBy>Ayaovi Edem GNAGBLODJRO</cp:lastModifiedBy>
  <cp:revision>2</cp:revision>
  <dcterms:created xsi:type="dcterms:W3CDTF">2026-05-17T02:03:21Z</dcterms:created>
  <dcterms:modified xsi:type="dcterms:W3CDTF">2026-05-17T02:24:25Z</dcterms:modified>
</cp:coreProperties>
</file>